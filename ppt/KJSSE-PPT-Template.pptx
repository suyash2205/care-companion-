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arcellus" panose="020B0604020202020204" charset="0"/>
      <p:regular r:id="rId15"/>
    </p:embeddedFont>
    <p:embeddedFont>
      <p:font typeface="Fira Sans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oJhWYU73jGqpePY36uknbuIJF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62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24425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14912aa8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214912aa8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f18e6c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5ff18e6c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ff18e6c2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5ff18e6c2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Google Shape;9;p4" descr="Graphical user interface, text, application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18520" y="38780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Picture 3" descr="C:\Users\ISLAB\Downloads\KJSCE\K J Somaiya College of Engineering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87803"/>
            <a:ext cx="19812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ctrTitle"/>
          </p:nvPr>
        </p:nvSpPr>
        <p:spPr>
          <a:xfrm>
            <a:off x="1703512" y="548680"/>
            <a:ext cx="9144000" cy="5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ct val="136054"/>
              <a:buFont typeface="Marcellus"/>
              <a:buNone/>
            </a:pPr>
            <a:r>
              <a:rPr lang="en-US" sz="4900" dirty="0" smtClean="0"/>
              <a:t>Title</a:t>
            </a:r>
            <a:endParaRPr dirty="0"/>
          </a:p>
        </p:txBody>
      </p:sp>
      <p:sp>
        <p:nvSpPr>
          <p:cNvPr id="81" name="Google Shape;81;p2"/>
          <p:cNvSpPr txBox="1">
            <a:spLocks noGrp="1"/>
          </p:cNvSpPr>
          <p:nvPr>
            <p:ph type="subTitle" idx="1"/>
          </p:nvPr>
        </p:nvSpPr>
        <p:spPr>
          <a:xfrm>
            <a:off x="35517" y="1281352"/>
            <a:ext cx="12109155" cy="7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smtClean="0">
                <a:solidFill>
                  <a:schemeClr val="dk1"/>
                </a:solidFill>
              </a:rPr>
              <a:t>Heading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solidFill>
                  <a:schemeClr val="dk1"/>
                </a:solidFill>
              </a:rPr>
              <a:t>Department of Information Technology</a:t>
            </a:r>
            <a:endParaRPr dirty="0"/>
          </a:p>
        </p:txBody>
      </p:sp>
      <p:sp>
        <p:nvSpPr>
          <p:cNvPr id="84" name="Google Shape;84;p2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1703512" y="404664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3600"/>
              <a:t>Title</a:t>
            </a:r>
            <a:endParaRPr sz="3600"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911424" y="1268761"/>
            <a:ext cx="11017224" cy="489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Content</a:t>
            </a:r>
            <a:endParaRPr/>
          </a:p>
          <a:p>
            <a:pPr marL="914400" marR="0" lvl="1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Times New Roman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 heading</a:t>
            </a:r>
            <a:endParaRPr/>
          </a:p>
          <a:p>
            <a:pPr marL="1371600" marR="0" lvl="2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Sub heading</a:t>
            </a:r>
            <a:endParaRPr sz="20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277362" y="2747031"/>
            <a:ext cx="11174410" cy="576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  </a:t>
            </a:r>
            <a:r>
              <a:rPr lang="en-US" sz="40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Slide Separator</a:t>
            </a:r>
            <a:endParaRPr sz="40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</a:pPr>
            <a:endParaRPr/>
          </a:p>
        </p:txBody>
      </p:sp>
      <p:sp>
        <p:nvSpPr>
          <p:cNvPr id="110" name="Google Shape;110;p1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1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600"/>
              <a:buFont typeface="Marcellus"/>
              <a:buNone/>
            </a:pPr>
            <a:endParaRPr/>
          </a:p>
        </p:txBody>
      </p:sp>
      <p:sp>
        <p:nvSpPr>
          <p:cNvPr id="118" name="Google Shape;118;p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2800"/>
              <a:buNone/>
            </a:pP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2800"/>
              <a:buNone/>
            </a:pPr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4912aa8f3_0_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28" name="Google Shape;128;g214912aa8f3_0_0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214912aa8f3_0_0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14912aa8f3_0_0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ff18e6c2c_0_0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1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36" name="Google Shape;136;g25ff18e6c2c_0_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g25ff18e6c2c_0_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138" name="Google Shape;138;g25ff18e6c2c_0_0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5ff18e6c2c_0_0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5ff18e6c2c_0_0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7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ff18e6c2c_0_6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1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46" name="Google Shape;146;g25ff18e6c2c_0_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g25ff18e6c2c_0_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148" name="Google Shape;148;g25ff18e6c2c_0_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5ff18e6c2c_0_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25ff18e6c2c_0_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8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Custom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Times New Roman</vt:lpstr>
      <vt:lpstr>Calibri</vt:lpstr>
      <vt:lpstr>Marcellus</vt:lpstr>
      <vt:lpstr>Fira Sans</vt:lpstr>
      <vt:lpstr>Office Theme</vt:lpstr>
      <vt:lpstr>Title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Pushpendra Kumar Dhansoia</dc:creator>
  <cp:lastModifiedBy>Admin</cp:lastModifiedBy>
  <cp:revision>2</cp:revision>
  <dcterms:created xsi:type="dcterms:W3CDTF">2022-02-21T05:08:08Z</dcterms:created>
  <dcterms:modified xsi:type="dcterms:W3CDTF">2026-03-09T05:47:19Z</dcterms:modified>
</cp:coreProperties>
</file>